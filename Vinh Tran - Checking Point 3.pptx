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8" r:id="rId2"/>
    <p:sldId id="269" r:id="rId3"/>
    <p:sldId id="284" r:id="rId4"/>
    <p:sldId id="305" r:id="rId5"/>
    <p:sldId id="312" r:id="rId6"/>
    <p:sldId id="306" r:id="rId7"/>
    <p:sldId id="307" r:id="rId8"/>
    <p:sldId id="308" r:id="rId9"/>
    <p:sldId id="313" r:id="rId10"/>
    <p:sldId id="314" r:id="rId11"/>
    <p:sldId id="316" r:id="rId12"/>
    <p:sldId id="315" r:id="rId13"/>
    <p:sldId id="317" r:id="rId14"/>
    <p:sldId id="309" r:id="rId15"/>
    <p:sldId id="310" r:id="rId16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Thursday, April 9,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Thursday, April 9,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emf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emf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0D1107-8030-B797-4B87-27162CBEC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684430"/>
            <a:ext cx="6474434" cy="1644603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3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581458"/>
            <a:ext cx="6474434" cy="1474521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215204"/>
            <a:ext cx="6474434" cy="5810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8424F-46DB-9E00-71BB-100694C197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9699" y="1151832"/>
            <a:ext cx="2654301" cy="2857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348C61-C2A2-4A56-876B-5AF63339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32F96-4936-05C3-1FC7-217E020F5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C9C630-A663-62AC-38A7-92A9D717E9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9763-7D65-429F-BD59-75DBFB945B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11269766" cy="2981325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2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0B26-DCBA-41F6-B791-F51413EC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7AD375C-0981-EAD1-40D6-C1E06F8C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A6B4D7EF-C9F8-3DA0-05D5-FC74F20B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42-C647-41FB-9068-CDEDA3581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199"/>
            <a:ext cx="7434366" cy="13716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8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C1A5-3969-44EB-8F46-5E7473A805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2057400"/>
            <a:ext cx="7434366" cy="403225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content (Paste Special – Unformatted Text).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1C3BE-B545-33FB-C631-A328427E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0DFEB-47D6-6DF6-B70A-457EB4023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1BDB93-2D43-31ED-9DBD-6CBBFB9FE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8C910C-E2C5-B46A-E5EA-C13AE923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A09A87-DADE-FD4E-2100-98AA215384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850DAB-085C-D134-5B64-056E493697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137158"/>
            <a:ext cx="3606800" cy="6263642"/>
          </a:xfrm>
        </p:spPr>
        <p:txBody>
          <a:bodyPr anchor="t"/>
          <a:lstStyle>
            <a:lvl1pPr marL="0" indent="0" algn="l">
              <a:buFont typeface="+mj-lt"/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B5CBC9-7473-C7A0-F53B-C46F012E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1E7F9-98B9-9C4C-825A-FCCE858F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A3EAC-2CBF-F14E-0A50-B2D8FB7A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AFD5D8-BC9E-7745-7FB5-D1782F99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3AFD25-113A-0974-A2A5-67196CCF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96A8C-E821-A6A4-A8AE-DAEF8298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167-48D8-484C-995D-B70E4EF07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1933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5C63C-D34B-FE98-F248-679B7CA7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9832-4F57-EFBB-EDE1-5629E4E25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5AA708-0BF2-24B3-26F2-29981F321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85E5-28FF-2098-78AD-3E86D65A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29EF-FC77-9966-5F68-A9E0FB4D7A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AD6ADA-5D62-344E-7910-E0B9AE4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D2E-2114-DF81-6F90-96E71DF2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F122-BE1F-7021-BEFC-C1B2EBE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DAC-5D95-4CAE-B000-01F3BCC785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06800" cy="130201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A82-3A44-4F74-9656-A7FA2B6C27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2600" y="457201"/>
            <a:ext cx="7434366" cy="5403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on six (6) icons below or add text content here (Paste Special – Unformatted </a:t>
            </a:r>
            <a:r>
              <a:rPr lang="en-US" dirty="0" err="1"/>
              <a:t>ext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14B6-91FA-4C49-A8C8-8AF2A5F19E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987812"/>
            <a:ext cx="3606800" cy="388117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84554-3079-F08F-71BB-060A7D5D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0FAF0-FB41-72EE-F3B0-6D6A674C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E938BF7-0154-1DFC-7BA2-A1AAD69B7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F35A61-BCCA-196E-6EAF-76B210056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3226D-B66F-CF2B-2196-1425CB8ADEA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340639-B338-6C6A-C40D-9DAFD482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D3F9127-B09C-E7BD-DA0C-7F58890C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19CF86-EEE3-0502-4E9D-E35CF2D7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8F79-451A-4009-9133-D541041AE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4557816" cy="132296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CE3D4-DB93-438D-9D02-ECFECC921D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51450" y="457201"/>
            <a:ext cx="6475516" cy="54038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icon to add picture.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6080E-7679-4AFC-988F-314BB28E7AE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5034" y="2016698"/>
            <a:ext cx="4557816" cy="38522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4662-55E4-6C20-ECBD-48A9EACE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62719-D189-53F1-1439-7AC46BC4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247D8EA-2955-A48F-6253-7F09612C6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1138D-14E6-6D05-1845-93D4CE9E3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9D944-FF87-407C-4F17-23B6D4797F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A6DEDB-C233-8B9C-974B-9905C06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AC5AF8C-A25D-B007-8476-CE8581EB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2E88B5-AAAD-1CE3-3D34-1A6D2296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C78-FBC6-4C35-9052-2895C15C8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457200"/>
            <a:ext cx="9372600" cy="12334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A02A-1CE4-48D0-88C1-01F73CCCBD5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FCD77-8602-7D41-8B9A-91D5D286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7A3BF-CF20-3A41-88F9-23CFD85E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06B363-B32C-B094-3427-F82BD0D834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B728A9C-9FB6-0C76-EB1D-1206A347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1F503B-1E5A-06CE-17DB-1F7E05A195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BE8134-D42C-4177-E261-9A045BA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22CF19-1B2D-BD22-5095-D90D9A2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8F9D8D-924F-7F30-E920-15549695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A1871-E3DC-4D86-AB8F-F86507E69AA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45700" y="457199"/>
            <a:ext cx="1681266" cy="5719763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42906-3002-4C4B-B23A-55CDF75EE2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5034" y="457199"/>
            <a:ext cx="9352066" cy="571976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0B034-0076-53DB-8382-394D354D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68DC6-04BA-3226-24E2-C62185DC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40ADF9-C347-7064-EC60-A3D0FDC3B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CB2B9F-859C-F5E7-4E33-3B5A2DBAC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559A6-DAE2-398E-B680-FB2906C269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55691-BBCE-8076-B691-B5E94E55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15BE92-3A99-0373-D539-0B576AE2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C37446-79FB-572C-7DCB-0CD811A1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C3919-549F-F494-1E48-FD7186AFC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6525"/>
            <a:ext cx="12192000" cy="62642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FB6F98-60FB-F02E-D996-6BDFC47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613E0-60FF-15CE-4F46-1BF54A34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D0E2D-2479-F2D1-2CBD-72AE129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457200"/>
            <a:ext cx="3606800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2857C626-DF9D-E7AB-3AFA-05345F21F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6743" y="457199"/>
            <a:ext cx="2675557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5500" y="457199"/>
            <a:ext cx="4559300" cy="5596358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4FF787-DC80-3156-D3BD-019FBF50A8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5033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A82F61-AF57-E84A-750C-45638A2196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85494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D986500E-3699-D3B6-3DA3-B0299ABE5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439" y="4353339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D8792BD5-F572-13A0-BA6C-BCB139EF9F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74900" y="4353338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63577AAA-8D0D-60BB-5F18-56705AE3B7D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0117" y="2454274"/>
            <a:ext cx="2682183" cy="3599283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608273-8F15-BEF6-D0A4-45FCC423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546E59-2FA9-0BAD-FCA6-A890382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7DA3D65-0672-4492-51B0-37F283A8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9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561975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0" y="137158"/>
            <a:ext cx="6572250" cy="6263642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D0C482-8E97-9661-A2FE-6F945FB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924023-DC84-EA06-8EF6-F504B5A6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22EB88-C5EC-E0A5-377A-92D98D97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3111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B985741E-0695-2E3E-97A1-5EFA37AD05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1500" y="135756"/>
            <a:ext cx="3098799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9B6E876-DAE9-4045-ED49-71E5F90B14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0300" y="135756"/>
            <a:ext cx="31242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9703F14-6248-3D37-81B7-D2A41BA31A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135756"/>
            <a:ext cx="2857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EBB35F-0F93-1F0D-D4F4-FB9C648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9DEA1D0-5FB2-2C63-4E09-09E2322E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3D2DFDC-39C9-F066-5E0B-C4D8D34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6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1503" y="243929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6103" y="2439296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806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60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0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BD03EAD9-8192-0A40-EC71-9930F76C86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500" y="2455095"/>
            <a:ext cx="2295793" cy="2849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5374" y="245900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5168" y="2439110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15078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1617" y="1739448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2770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5284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660F1517-FC1F-8F5E-2904-D9677FD60D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7955" y="2441448"/>
            <a:ext cx="1023620" cy="2834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38138DF-C38E-BA90-AF76-973AEE9550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642" y="2441448"/>
            <a:ext cx="1023620" cy="2834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2FDB2AD-74BE-CF30-463A-4859278014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3465" y="2441448"/>
            <a:ext cx="1023620" cy="2834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C03EA6-4030-9A84-B8D8-4DF99E7F27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0200" y="2441448"/>
            <a:ext cx="1023620" cy="283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8812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363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37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588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DCBA207-2BE8-4691-9DD3-4E6135E1C2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31389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3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162E8-B29C-AC64-05DB-717CC5D7B501}"/>
              </a:ext>
            </a:extLst>
          </p:cNvPr>
          <p:cNvSpPr/>
          <p:nvPr userDrawn="1"/>
        </p:nvSpPr>
        <p:spPr>
          <a:xfrm>
            <a:off x="465033" y="457200"/>
            <a:ext cx="5516667" cy="5581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AF46-57A7-26B6-1F11-79C97BC97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5516668" cy="99441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DFB476-43CE-0ED5-7CC2-A2BE56903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0216" y="1472908"/>
            <a:ext cx="2146300" cy="2009775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1C30D1D-B94F-85B3-97D0-5DC307721D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5086350"/>
            <a:ext cx="5524498" cy="952499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contact information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1202D5C-2479-42DD-8C1C-23D5587484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299" y="457200"/>
            <a:ext cx="5524501" cy="5581650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39C9F5-97BE-3396-5707-F78FD1813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3503981"/>
            <a:ext cx="5508625" cy="711939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4F3DA48-53E5-4844-128B-2607ED2A1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032" y="4215921"/>
            <a:ext cx="5508625" cy="87042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7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126C6-5CE1-BFAB-2CCF-C1EDBC00F3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b="1" dirty="0"/>
              <a:t>Vinh Tran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0893F3-330C-19F2-B586-267667770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966" y="1931349"/>
            <a:ext cx="8137778" cy="2461189"/>
          </a:xfrm>
        </p:spPr>
        <p:txBody>
          <a:bodyPr>
            <a:normAutofit/>
          </a:bodyPr>
          <a:lstStyle/>
          <a:p>
            <a:r>
              <a:rPr lang="en-US" dirty="0"/>
              <a:t>CPSC 597</a:t>
            </a:r>
            <a:br>
              <a:rPr lang="en-US" dirty="0"/>
            </a:br>
            <a:r>
              <a:rPr lang="en-US" dirty="0"/>
              <a:t>Checking Point 3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77E61-BB76-CC18-FCBE-9B8EC614E057}"/>
              </a:ext>
            </a:extLst>
          </p:cNvPr>
          <p:cNvSpPr txBox="1"/>
          <p:nvPr/>
        </p:nvSpPr>
        <p:spPr>
          <a:xfrm>
            <a:off x="1424966" y="3640509"/>
            <a:ext cx="105515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 Web Application Integrating an AI-Based Intrusion Detection System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for Network Traffic Analysis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8A7F8EC-F6F9-DB83-A09B-4BDF925C6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056CA8A-5C92-C566-541D-4912160C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11269766" cy="4042161"/>
          </a:xfrm>
        </p:spPr>
        <p:txBody>
          <a:bodyPr/>
          <a:lstStyle/>
          <a:p>
            <a:pPr marL="228600" indent="-228600">
              <a:buAutoNum type="arabicPeriod"/>
            </a:pPr>
            <a:r>
              <a:rPr lang="en-US" sz="2000" b="1" dirty="0"/>
              <a:t> Machine Learning Models Selection</a:t>
            </a:r>
          </a:p>
          <a:p>
            <a:pPr marL="228600" indent="-228600">
              <a:buAutoNum type="arabicPeriod"/>
            </a:pPr>
            <a:r>
              <a:rPr lang="en-US" sz="2000" b="1" dirty="0"/>
              <a:t> Achievements</a:t>
            </a:r>
          </a:p>
          <a:p>
            <a:pPr marL="974725" lvl="1" indent="-342900"/>
            <a:r>
              <a:rPr lang="en-US" sz="2000" b="1" dirty="0"/>
              <a:t>Implement the logic and notifications</a:t>
            </a:r>
          </a:p>
          <a:p>
            <a:pPr marL="974725" lvl="1" indent="-342900"/>
            <a:r>
              <a:rPr lang="en-US" sz="2000" b="1" dirty="0"/>
              <a:t>Implement APIs in the server</a:t>
            </a:r>
          </a:p>
          <a:p>
            <a:pPr marL="974725" lvl="1" indent="-342900"/>
            <a:r>
              <a:rPr lang="en-US" sz="2000" b="1" dirty="0"/>
              <a:t>Design UIs for dashboard and analysis result pages</a:t>
            </a:r>
          </a:p>
          <a:p>
            <a:pPr marL="228600" indent="-228600">
              <a:buAutoNum type="arabicPeriod"/>
            </a:pPr>
            <a:r>
              <a:rPr lang="en-US" sz="2000" b="1" dirty="0"/>
              <a:t> Limitations and Future Plans</a:t>
            </a:r>
          </a:p>
          <a:p>
            <a:pPr marL="228600" indent="-228600">
              <a:buAutoNum type="arabicPeriod"/>
            </a:pPr>
            <a:r>
              <a:rPr lang="en-US" sz="2000" b="1" dirty="0"/>
              <a:t> Demo/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1223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3E73-9205-1A6D-BF22-B55DF98F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BC333558-92FB-FD03-A1BD-222B1876E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95585"/>
          </a:xfrm>
        </p:spPr>
        <p:txBody>
          <a:bodyPr/>
          <a:lstStyle/>
          <a:p>
            <a:r>
              <a:rPr lang="en-US" dirty="0"/>
              <a:t>1. Machine Learning Models Selection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7FB195-3E57-1C57-532A-A643154FC3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781882"/>
              </p:ext>
            </p:extLst>
          </p:nvPr>
        </p:nvGraphicFramePr>
        <p:xfrm>
          <a:off x="457200" y="1828800"/>
          <a:ext cx="112696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415">
                  <a:extLst>
                    <a:ext uri="{9D8B030D-6E8A-4147-A177-3AD203B41FA5}">
                      <a16:colId xmlns:a16="http://schemas.microsoft.com/office/drawing/2014/main" val="3239086561"/>
                    </a:ext>
                  </a:extLst>
                </a:gridCol>
                <a:gridCol w="2817415">
                  <a:extLst>
                    <a:ext uri="{9D8B030D-6E8A-4147-A177-3AD203B41FA5}">
                      <a16:colId xmlns:a16="http://schemas.microsoft.com/office/drawing/2014/main" val="2685973235"/>
                    </a:ext>
                  </a:extLst>
                </a:gridCol>
                <a:gridCol w="2817415">
                  <a:extLst>
                    <a:ext uri="{9D8B030D-6E8A-4147-A177-3AD203B41FA5}">
                      <a16:colId xmlns:a16="http://schemas.microsoft.com/office/drawing/2014/main" val="1643290875"/>
                    </a:ext>
                  </a:extLst>
                </a:gridCol>
                <a:gridCol w="2817415">
                  <a:extLst>
                    <a:ext uri="{9D8B030D-6E8A-4147-A177-3AD203B41FA5}">
                      <a16:colId xmlns:a16="http://schemas.microsoft.com/office/drawing/2014/main" val="1391519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Weighted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Macro 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37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K-NN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0.699 or 69.9%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234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0.698 or 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89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Support Vector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 or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39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 or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566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XGBoost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0.766 or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350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82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3FC4-3FC6-33EB-F444-F7F9A30B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FBBA5CFF-FB3B-7B24-6B89-D176E8082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Logic and Notifications on Creating a New Account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FE42834-1854-D643-F762-EBAF259FA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39DD3-3418-72FB-9657-55E6004F7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802" y="1119500"/>
            <a:ext cx="2900561" cy="491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6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D220C-463F-E69A-4DFD-6746A77F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FDC310A6-E6AD-EFF9-8BC7-0F21AC67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Logic and Notifications on Creating a New Account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5DD8D2B9-4BE3-1B36-71FF-C3F46E7DA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B8AE59-4C57-4E11-B5FC-0337D092F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68" y="1119500"/>
            <a:ext cx="2874251" cy="4916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5FC61E-241C-CAF3-25F0-7E3C4E955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077" y="1119500"/>
            <a:ext cx="2857007" cy="4916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BF892F-BDE2-C7E5-FFF6-BDB9DB00B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942" y="1119500"/>
            <a:ext cx="2861553" cy="49160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24689-3A32-D19F-6D9E-D5ECCE2BF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5353" y="1119500"/>
            <a:ext cx="2865640" cy="491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55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85C7-4851-3114-8E64-4F02559C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BC4D37C-03C0-44C3-392E-E2FA5468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Logic and Notification on Logging In The Website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5ACCB0D-230D-C918-6D49-6EAEB1CB1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943DD3-2890-A14F-DDF7-ACFB90AFE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007" y="1119500"/>
            <a:ext cx="4032825" cy="4751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500D82-7BDE-468F-981A-7CF2BB801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39" y="1123950"/>
            <a:ext cx="4032825" cy="479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1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6A98-5901-BA52-D450-A3C05BD2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8306AD5-A26E-261A-FBA8-569C45BE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Logic on Keeping Track of The Logging Status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005BE2BB-A32E-7480-1292-4409A17E3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89847-3EB5-782A-34F4-85E26E20B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6234"/>
            <a:ext cx="4979174" cy="2469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EBA51B-AAD2-EB05-441C-F1D1751BE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506" y="3072816"/>
            <a:ext cx="5584499" cy="279814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0D94B04-A70D-B39A-CF6C-49A59941BC58}"/>
              </a:ext>
            </a:extLst>
          </p:cNvPr>
          <p:cNvSpPr/>
          <p:nvPr/>
        </p:nvSpPr>
        <p:spPr>
          <a:xfrm rot="2090664">
            <a:off x="4557226" y="3230310"/>
            <a:ext cx="1914258" cy="529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6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2575-953F-F027-A738-3A600D6D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93F3520-5880-62D5-DE09-44AFB378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/</a:t>
            </a:r>
            <a:r>
              <a:rPr lang="en-US" dirty="0" err="1"/>
              <a:t>upload_file</a:t>
            </a:r>
            <a:r>
              <a:rPr lang="en-US" dirty="0"/>
              <a:t> API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4B5EF02-8569-FAA1-1BA7-FAC1DEE08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170A1-C3E0-AC09-3C8B-A2EA618F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795" y="1966912"/>
            <a:ext cx="91725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9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8FB9-A550-DFDA-282F-93BDFB48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61D154C0-3BBF-62A1-9F94-ED6AF6D1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/</a:t>
            </a:r>
            <a:r>
              <a:rPr lang="en-US" dirty="0" err="1"/>
              <a:t>analyze_traffics</a:t>
            </a:r>
            <a:r>
              <a:rPr lang="en-US" dirty="0"/>
              <a:t> API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615CDC8-2DB2-717C-F637-8B6484CE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B5D4AE-70A7-0050-BDDA-4C3404111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1528762"/>
            <a:ext cx="110394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81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7573-D461-8D6B-82CC-0584B36A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7F9C359E-FFE0-7B50-1CD0-0C71C172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UI for Dashboard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DB9ED924-6A61-2E03-C097-098DE3342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E3082C-4236-B63E-00FF-E66DD168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568" y="1204957"/>
            <a:ext cx="9789030" cy="490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7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F58A-BC23-19CC-15D7-A26465CF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DBD5431E-1C05-2839-9FE7-B57A09C8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Logic and Notifications for Uploading The File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D29D6A8-316A-F533-3A50-A108CEB70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AE4517-7823-7BAC-AB97-8921EB11E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02" y="1944235"/>
            <a:ext cx="5168850" cy="2371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E56843-0295-0603-A076-2E3178D78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44235"/>
            <a:ext cx="5168850" cy="2815326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4EA17E4-090D-B759-9FDE-8EC30EE6EA27}"/>
              </a:ext>
            </a:extLst>
          </p:cNvPr>
          <p:cNvSpPr/>
          <p:nvPr/>
        </p:nvSpPr>
        <p:spPr>
          <a:xfrm>
            <a:off x="5062039" y="3054932"/>
            <a:ext cx="1674975" cy="3740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1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F1E1-C410-9296-3210-39E56CC4D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420E029D-10F9-7D61-A47B-7464883E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Logic and Notifications for Uploading The File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BB19E9A9-DB14-77EC-EE09-88F4ABE7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99468-95CA-4887-6411-7536344C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651" y="1551063"/>
            <a:ext cx="7058698" cy="38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54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0F74-A526-5735-F705-A22019534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9DB27AD-7A8B-8860-4B80-E3EE098DC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593933"/>
          </a:xfrm>
        </p:spPr>
        <p:txBody>
          <a:bodyPr/>
          <a:lstStyle/>
          <a:p>
            <a:r>
              <a:rPr lang="en-US" dirty="0"/>
              <a:t>2. UI for Analysis Report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3419485-8290-E799-0282-2B192619C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9500"/>
            <a:ext cx="11269766" cy="4751462"/>
          </a:xfr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FDAD03-65A1-F798-9842-4DDFAE33C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278" y="1597848"/>
            <a:ext cx="8097610" cy="406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60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7B01B-9805-A797-9F98-453B9F77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Limitations and 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38BC-3187-C0E6-3823-DD9794336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11269766" cy="4324172"/>
          </a:xfrm>
        </p:spPr>
        <p:txBody>
          <a:bodyPr/>
          <a:lstStyle/>
          <a:p>
            <a:r>
              <a:rPr lang="en-US" sz="2000" dirty="0"/>
              <a:t>Limitations: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Only analyze the data from .csv file now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Only work well if the .csv file is formatted the same as the training/testing dataset</a:t>
            </a:r>
          </a:p>
          <a:p>
            <a:endParaRPr lang="en-US" sz="2000" dirty="0"/>
          </a:p>
          <a:p>
            <a:r>
              <a:rPr lang="en-US" sz="2000" dirty="0"/>
              <a:t>Future Plans: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Design the UI for the Info page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Continue working on the solution so that the application can perform the analysis on most files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Detect and fix bugs if any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Update and complete the contents for Final Project Report</a:t>
            </a:r>
          </a:p>
        </p:txBody>
      </p:sp>
    </p:spTree>
    <p:extLst>
      <p:ext uri="{BB962C8B-B14F-4D97-AF65-F5344CB8AC3E}">
        <p14:creationId xmlns:p14="http://schemas.microsoft.com/office/powerpoint/2010/main" val="732577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47B8-5CEF-CF2B-A95B-8749663C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85103"/>
            <a:ext cx="11277600" cy="1143000"/>
          </a:xfrm>
        </p:spPr>
        <p:txBody>
          <a:bodyPr/>
          <a:lstStyle/>
          <a:p>
            <a:pPr algn="ctr"/>
            <a:r>
              <a:rPr lang="en-US" dirty="0"/>
              <a:t>4. Demo/ Demonstration</a:t>
            </a:r>
          </a:p>
        </p:txBody>
      </p:sp>
    </p:spTree>
    <p:extLst>
      <p:ext uri="{BB962C8B-B14F-4D97-AF65-F5344CB8AC3E}">
        <p14:creationId xmlns:p14="http://schemas.microsoft.com/office/powerpoint/2010/main" val="961973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UF-PPT-1-A.potx" id="{E13FE947-1374-4EFE-A238-7BFC20D6E167}" vid="{777727EA-B4F9-40AF-8260-CC2A141DB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CSUF-PPT-1-A</Template>
  <TotalTime>798</TotalTime>
  <Words>274</Words>
  <Application>Microsoft Office PowerPoint</Application>
  <PresentationFormat>Widescreen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CPSC 597 Checking Point 3  </vt:lpstr>
      <vt:lpstr>Contents</vt:lpstr>
      <vt:lpstr>1. Machine Learning Models Selection</vt:lpstr>
      <vt:lpstr>2. Logic and Notifications on Creating a New Account</vt:lpstr>
      <vt:lpstr>2. Logic and Notifications on Creating a New Account</vt:lpstr>
      <vt:lpstr>2. Logic and Notification on Logging In The Website</vt:lpstr>
      <vt:lpstr>2. Logic on Keeping Track of The Logging Status</vt:lpstr>
      <vt:lpstr>2. /upload_file API</vt:lpstr>
      <vt:lpstr>2. /analyze_traffics API</vt:lpstr>
      <vt:lpstr>2. UI for Dashboard</vt:lpstr>
      <vt:lpstr>2. Logic and Notifications for Uploading The File</vt:lpstr>
      <vt:lpstr>2. Logic and Notifications for Uploading The File</vt:lpstr>
      <vt:lpstr>2. UI for Analysis Report</vt:lpstr>
      <vt:lpstr>3. Limitations and Future Plans</vt:lpstr>
      <vt:lpstr>4. Demo/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VINH TRAN</dc:creator>
  <cp:lastModifiedBy>VINH TRAN</cp:lastModifiedBy>
  <cp:revision>7</cp:revision>
  <cp:lastPrinted>2023-01-31T22:42:47Z</cp:lastPrinted>
  <dcterms:created xsi:type="dcterms:W3CDTF">2025-10-12T23:31:16Z</dcterms:created>
  <dcterms:modified xsi:type="dcterms:W3CDTF">2026-04-09T14:33:12Z</dcterms:modified>
</cp:coreProperties>
</file>